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8" r:id="rId4"/>
    <p:sldId id="259" r:id="rId5"/>
    <p:sldId id="261" r:id="rId6"/>
    <p:sldId id="272" r:id="rId7"/>
    <p:sldId id="268" r:id="rId8"/>
    <p:sldId id="269" r:id="rId9"/>
    <p:sldId id="263" r:id="rId10"/>
    <p:sldId id="274" r:id="rId11"/>
    <p:sldId id="270" r:id="rId12"/>
    <p:sldId id="275" r:id="rId13"/>
    <p:sldId id="271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FE0-816F-9751-F267-80144F283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A6615-EDC9-8807-DEB7-746799625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2F25A-B028-CD23-A2F7-89D206BA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98B98-BD59-8D6C-08DD-6B1B996E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79C85-E597-9990-B452-752AB314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9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FEF2-1F6C-82E4-873C-7CF70A37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B2F9B-8709-AAB0-45D1-997A40131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172D2-646C-5B22-58B7-BD4FB14DC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887AF-BE3B-6A2B-0E44-BD1D9B51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6BD4-F207-35F4-9DF0-D9622F75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62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671E-6CBE-F5BD-CCD1-E3D449F4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71BDA-D249-55F4-12DD-C4CD22B05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C950-E55D-D65D-B4AA-9F8EABCF6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DCDD8-73C2-4A44-8AF5-2D248BA9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FAC8-DE6B-3365-7725-C67B1C3A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62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430B7-DE67-3E51-0852-25867BBC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9CB5B-4254-86BC-B329-A9F1CF945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C08AC-E55E-112A-0C6A-19765DE0D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8034-2A8A-63AE-632E-C7F2F4E30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66520-4F88-A271-BE33-9434377E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4EF81-4C67-7A9E-9DA0-768D22319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1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9B98-B57B-FA0E-FE27-79350180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CB8CF-3741-1AF2-8780-A4259A7E6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D56F5-C196-6F59-1442-4A485BD81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DF063-FA0B-7042-E893-798163235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4685F-8C42-2012-B566-37CF09405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6F6B3-181F-2F31-365F-33B5A802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B8A13-672D-C209-9F73-53517F0D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B8506-5A4D-F4FD-3945-E0C98090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170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CB86D-7AD2-40B3-BB2A-07425489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1D3BF-A64B-59F3-5B1B-68FCDF77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0990A-00D2-26D4-77A2-D9A6C57B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8984E-F0E4-2293-EF17-FA7EC0A8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09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0D803-2103-721D-629E-79B4CD71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D0878-38B6-A3B1-661D-E3022499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0C304-E809-F132-D051-83C025C98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62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EA9D-9BEC-1317-8A49-83989C5F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2BCF0-672A-FDB9-4319-03C6F226B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03331-0C1F-58C3-790F-4E58A662F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55054-D0EB-8E16-C849-BFC9B87D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76538-3275-5259-45E2-C1DCEAF5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52A55-BBBF-728E-60C5-C315408C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0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9573-0CBC-8322-9706-55B49CA8F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41263-DB37-DE78-B077-64B0321DA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EDD5B-B6AC-1133-E98C-F127B581F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F10F-05F2-138A-E8B1-DABA66C4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F9441-A108-C568-226C-374116FD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4C861-0E75-1388-67ED-D56F8FD4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6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59EF-26A3-5567-2D07-493AAF00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60F06-ABB5-E6DB-5A6A-894522D41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28E04-4CD5-BB7F-439D-DAD50B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C7A05-A255-32D2-780F-866D676E4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97937-02C3-1E70-1055-72343E91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9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CB707-7F5A-8136-BC85-17960CC81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84770-AD50-6A15-2C8A-7E422A902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5465D-B8E0-2A85-05FF-AEFBB628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DE837-A137-1466-3B47-9965E8D6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3A0C-5C70-7CDA-F584-A1ABE109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0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81808-4967-EA83-6564-38D5AFFB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0A35D-34FF-0514-57FD-C809EDDC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A9E2D-DA64-E04F-DF6E-22B25B844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F025B-3147-4C6D-91B5-64B5C38032B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6D637-93D4-A151-E4F2-BE6C49285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A7C9C-79F4-EA3D-2524-976CD724B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339EA-2531-4A80-A2E4-6BB4D3F58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95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A95E-892D-5A25-3A73-E9886E5C5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200" b="1" dirty="0"/>
              <a:t>INTELLIGENT DOCUMENT PROCESSING SYSTEM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1160697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EA334-3BAA-A244-FA66-0E3171E9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and 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F2000-4239-D4B4-0CF0-D481E1456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Organizations handle thousands of documents daily, such as:</a:t>
            </a:r>
          </a:p>
          <a:p>
            <a:pPr lvl="1"/>
            <a:r>
              <a:rPr lang="en-US" dirty="0"/>
              <a:t>Invoices </a:t>
            </a:r>
          </a:p>
          <a:p>
            <a:pPr lvl="1"/>
            <a:r>
              <a:rPr lang="en-US" dirty="0"/>
              <a:t>Resumes </a:t>
            </a:r>
          </a:p>
          <a:p>
            <a:pPr lvl="1"/>
            <a:r>
              <a:rPr lang="en-US" dirty="0"/>
              <a:t>ID Cards </a:t>
            </a:r>
          </a:p>
          <a:p>
            <a:pPr lvl="1"/>
            <a:r>
              <a:rPr lang="en-US" dirty="0"/>
              <a:t>Reports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4579F-46F2-F37C-D671-A94F8F547C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Solution</a:t>
            </a:r>
          </a:p>
          <a:p>
            <a:pPr lvl="1"/>
            <a:r>
              <a:rPr lang="en-US" dirty="0"/>
              <a:t>Develop an Intelligent Document Processing System that automatically extracts structured information from unstructured documents using OCR and NLP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30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E99442-9627-19B5-4F65-847431549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020" y="149013"/>
            <a:ext cx="9839960" cy="65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6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029E0-3106-4A08-66B2-874529150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8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B461-4CA0-7B47-785F-652561FC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-156417"/>
            <a:ext cx="10515600" cy="1325563"/>
          </a:xfrm>
        </p:spPr>
        <p:txBody>
          <a:bodyPr/>
          <a:lstStyle/>
          <a:p>
            <a:r>
              <a:rPr lang="en-IN" b="1" dirty="0"/>
              <a:t>Project Modules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3F3DA-F3B5-682C-D78E-AC9CDC729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39" y="833866"/>
            <a:ext cx="9963721" cy="560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4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58C3-5150-60DF-762E-AD9AF334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A0085-507B-29D6-A52E-01B3EFF28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7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87D5C-C4A1-2030-F0E6-30E088683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87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A25779-1EE9-D583-9334-64B43219E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9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A0A17-EF20-4854-6170-3DC20120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20" y="-264795"/>
            <a:ext cx="10515600" cy="1325563"/>
          </a:xfrm>
        </p:spPr>
        <p:txBody>
          <a:bodyPr/>
          <a:lstStyle/>
          <a:p>
            <a:r>
              <a:rPr lang="en-IN" b="1" dirty="0"/>
              <a:t>OCR Processing (Paddle OCR)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D6075-0D0D-803B-CA46-B8747128D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67111"/>
            <a:ext cx="10515600" cy="591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1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46C661-46F7-0926-6DCD-2DF779AF1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5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3D48A-AF97-6678-BB9E-7316F3198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45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7B34B-4D9B-C228-3747-6E5ABAFB6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2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5BA2-0E64-0D2D-5221-44E7D9EF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C7ECDC-9FBF-414E-DF0D-7335F5C4C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5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69F8-607D-5B28-21C4-5E6768A1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" y="-153035"/>
            <a:ext cx="10515600" cy="1325563"/>
          </a:xfrm>
        </p:spPr>
        <p:txBody>
          <a:bodyPr/>
          <a:lstStyle/>
          <a:p>
            <a:r>
              <a:rPr lang="en-IN" b="1" dirty="0"/>
              <a:t>NLP Processing&amp; Entity Extraction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6AA50-070A-58B3-C324-B03C74988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" y="800100"/>
            <a:ext cx="11120120" cy="55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23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96FB-2D76-09AD-CEA6-8B2ACB7C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-218123"/>
            <a:ext cx="10515600" cy="1325563"/>
          </a:xfrm>
        </p:spPr>
        <p:txBody>
          <a:bodyPr/>
          <a:lstStyle/>
          <a:p>
            <a:r>
              <a:rPr lang="en-IN" b="1" dirty="0"/>
              <a:t>Structured 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09CA2-6915-D3CF-09A7-D3FED9DD9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741680"/>
            <a:ext cx="9174480" cy="61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38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4A84-E533-27C5-216C-CC632862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020" y="114458"/>
            <a:ext cx="9839960" cy="1325563"/>
          </a:xfrm>
        </p:spPr>
        <p:txBody>
          <a:bodyPr>
            <a:noAutofit/>
          </a:bodyPr>
          <a:lstStyle/>
          <a:p>
            <a:r>
              <a:rPr lang="en-IN" sz="5400" b="1" dirty="0"/>
              <a:t>RAG-Based CHATBOT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360D1-95C4-BFD6-B7C5-9CFA06CF9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037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7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62</Words>
  <Application>Microsoft Office PowerPoint</Application>
  <PresentationFormat>Widescreen</PresentationFormat>
  <Paragraphs>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INTELLIGENT DOCUMENT PROCESSING SYSTEM</vt:lpstr>
      <vt:lpstr>Problem Statement and Solutions</vt:lpstr>
      <vt:lpstr>PowerPoint Presentation</vt:lpstr>
      <vt:lpstr>PowerPoint Presentation</vt:lpstr>
      <vt:lpstr>Project Modules</vt:lpstr>
      <vt:lpstr>PowerPoint Presentation</vt:lpstr>
      <vt:lpstr>PowerPoint Presentation</vt:lpstr>
      <vt:lpstr>PowerPoint Presentation</vt:lpstr>
      <vt:lpstr>OCR Processing (Paddle OCR)</vt:lpstr>
      <vt:lpstr>PowerPoint Presentation</vt:lpstr>
      <vt:lpstr>PowerPoint Presentation</vt:lpstr>
      <vt:lpstr>PowerPoint Presentation</vt:lpstr>
      <vt:lpstr>PowerPoint Presentation</vt:lpstr>
      <vt:lpstr>NLP Processing&amp; Entity Extraction</vt:lpstr>
      <vt:lpstr>Structured Output</vt:lpstr>
      <vt:lpstr>RAG-Based CHATBOT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 Prasath</dc:creator>
  <cp:lastModifiedBy>Dev Prasath</cp:lastModifiedBy>
  <cp:revision>5</cp:revision>
  <dcterms:created xsi:type="dcterms:W3CDTF">2026-05-29T17:38:00Z</dcterms:created>
  <dcterms:modified xsi:type="dcterms:W3CDTF">2026-06-01T16:57:16Z</dcterms:modified>
</cp:coreProperties>
</file>