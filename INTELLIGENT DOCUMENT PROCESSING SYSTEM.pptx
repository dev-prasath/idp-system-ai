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5" r:id="rId9"/>
    <p:sldId id="26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50" d="100"/>
          <a:sy n="50" d="100"/>
        </p:scale>
        <p:origin x="29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D45FE0-816F-9751-F267-80144F283F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12A6615-EDC9-8807-DEB7-746799625A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F2F25A-B028-CD23-A2F7-89D206BA88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F025B-3147-4C6D-91B5-64B5C38032B6}" type="datetimeFigureOut">
              <a:rPr lang="en-IN" smtClean="0"/>
              <a:t>29-05-2026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F98B98-BD59-8D6C-08DD-6B1B996E13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79C85-E597-9990-B452-752AB314B6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339EA-2531-4A80-A2E4-6BB4D3F58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772996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BFEF2-1F6C-82E4-873C-7CF70A37F6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7B2F9B-8709-AAB0-45D1-997A401311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E172D2-646C-5B22-58B7-BD4FB14DCB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F025B-3147-4C6D-91B5-64B5C38032B6}" type="datetimeFigureOut">
              <a:rPr lang="en-IN" smtClean="0"/>
              <a:t>29-05-2026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F887AF-BE3B-6A2B-0E44-BD1D9B51E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046BD4-F207-35F4-9DF0-D9622F757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339EA-2531-4A80-A2E4-6BB4D3F58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26231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F671E-6CBE-F5BD-CCD1-E3D449F4B3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B71BDA-D249-55F4-12DD-C4CD22B059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FDC950-E55D-D65D-B4AA-9F8EABCF6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F025B-3147-4C6D-91B5-64B5C38032B6}" type="datetimeFigureOut">
              <a:rPr lang="en-IN" smtClean="0"/>
              <a:t>29-05-2026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2DCDD8-73C2-4A44-8AF5-2D248BA930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EEFAC8-DE6B-3365-7725-C67B1C3AC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339EA-2531-4A80-A2E4-6BB4D3F58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866263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430B7-DE67-3E51-0852-25867BBCC4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09CB5B-4254-86BC-B329-A9F1CF9451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3C08AC-E55E-112A-0C6A-19765DE0D2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478034-2A8A-63AE-632E-C7F2F4E30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F025B-3147-4C6D-91B5-64B5C38032B6}" type="datetimeFigureOut">
              <a:rPr lang="en-IN" smtClean="0"/>
              <a:t>29-05-2026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B66520-4F88-A271-BE33-9434377EC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24EF81-4C67-7A9E-9DA0-768D22319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339EA-2531-4A80-A2E4-6BB4D3F58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94146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69B98-B57B-FA0E-FE27-793501809D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5CB8CF-3741-1AF2-8780-A4259A7E6C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9D56F5-C196-6F59-1442-4A485BD811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DDF063-FA0B-7042-E893-7981632355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7D4685F-8C42-2012-B566-37CF09405F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196F6B3-181F-2F31-365F-33B5A8023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F025B-3147-4C6D-91B5-64B5C38032B6}" type="datetimeFigureOut">
              <a:rPr lang="en-IN" smtClean="0"/>
              <a:t>29-05-2026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B6B8A13-672D-C209-9F73-53517F0D1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8B8506-5A4D-F4FD-3945-E0C98090E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339EA-2531-4A80-A2E4-6BB4D3F58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001706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CB86D-7AD2-40B3-BB2A-074254893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61D3BF-A64B-59F3-5B1B-68FCDF770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F025B-3147-4C6D-91B5-64B5C38032B6}" type="datetimeFigureOut">
              <a:rPr lang="en-IN" smtClean="0"/>
              <a:t>29-05-2026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200990A-00D2-26D4-77A2-D9A6C57B51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08984E-F0E4-2293-EF17-FA7EC0A82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339EA-2531-4A80-A2E4-6BB4D3F58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30092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00D803-2103-721D-629E-79B4CD712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F025B-3147-4C6D-91B5-64B5C38032B6}" type="datetimeFigureOut">
              <a:rPr lang="en-IN" smtClean="0"/>
              <a:t>29-05-2026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0D0878-38B6-A3B1-661D-E30224999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F0C304-E809-F132-D051-83C025C988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339EA-2531-4A80-A2E4-6BB4D3F58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06627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CEA9D-9BEC-1317-8A49-83989C5FD0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92BCF0-672A-FDB9-4319-03C6F226B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D03331-0C1F-58C3-790F-4E58A662F5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255054-D0EB-8E16-C849-BFC9B87DC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F025B-3147-4C6D-91B5-64B5C38032B6}" type="datetimeFigureOut">
              <a:rPr lang="en-IN" smtClean="0"/>
              <a:t>29-05-2026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576538-3275-5259-45E2-C1DCEAF5E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B52A55-BBBF-728E-60C5-C315408CD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339EA-2531-4A80-A2E4-6BB4D3F58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487076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89573-0CBC-8322-9706-55B49CA8F4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3841263-DB37-DE78-B077-64B0321DA7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6EDD5B-B6AC-1133-E98C-F127B581FD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A4F10F-05F2-138A-E8B1-DABA66C4F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F025B-3147-4C6D-91B5-64B5C38032B6}" type="datetimeFigureOut">
              <a:rPr lang="en-IN" smtClean="0"/>
              <a:t>29-05-2026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6F9441-A108-C568-226C-374116FD8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84C861-0E75-1388-67ED-D56F8FD43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339EA-2531-4A80-A2E4-6BB4D3F58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58617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E59EF-26A3-5567-2D07-493AAF00B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660F06-ABB5-E6DB-5A6A-894522D418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A28E04-4CD5-BB7F-439D-DAD50BDCB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F025B-3147-4C6D-91B5-64B5C38032B6}" type="datetimeFigureOut">
              <a:rPr lang="en-IN" smtClean="0"/>
              <a:t>29-05-2026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FC7A05-A255-32D2-780F-866D676E4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A97937-02C3-1E70-1055-72343E91C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339EA-2531-4A80-A2E4-6BB4D3F58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62699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A5CB707-7F5A-8136-BC85-17960CC815F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C84770-AD50-6A15-2C8A-7E422A902B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B5465D-B8E0-2A85-05FF-AEFBB628CC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F025B-3147-4C6D-91B5-64B5C38032B6}" type="datetimeFigureOut">
              <a:rPr lang="en-IN" smtClean="0"/>
              <a:t>29-05-2026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DDE837-A137-1466-3B47-9965E8D6A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23A0C-5C70-7CDA-F584-A1ABE109D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6339EA-2531-4A80-A2E4-6BB4D3F58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568091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E81808-4967-EA83-6564-38D5AFFB6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80A35D-34FF-0514-57FD-C809EDDC96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6A9E2D-DA64-E04F-DF6E-22B25B844C5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6F025B-3147-4C6D-91B5-64B5C38032B6}" type="datetimeFigureOut">
              <a:rPr lang="en-IN" smtClean="0"/>
              <a:t>29-05-2026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66D637-93D4-A151-E4F2-BE6C492855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3A7C9C-79F4-EA3D-2524-976CD724B2F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6339EA-2531-4A80-A2E4-6BB4D3F58DE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49504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3A95E-892D-5A25-3A73-E9886E5C595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sz="7200" b="1" dirty="0"/>
              <a:t>INTELLIGENT DOCUMENT PROCESSING SYSTEM</a:t>
            </a:r>
            <a:endParaRPr lang="en-IN" sz="72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F92BD7-5F9F-4F39-6666-208C112F76A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Dev Prasath RP</a:t>
            </a:r>
          </a:p>
        </p:txBody>
      </p:sp>
    </p:spTree>
    <p:extLst>
      <p:ext uri="{BB962C8B-B14F-4D97-AF65-F5344CB8AC3E}">
        <p14:creationId xmlns:p14="http://schemas.microsoft.com/office/powerpoint/2010/main" val="11606971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0AFB9-399D-4BA3-AE82-E51627FB1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Problem Statement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634C2D-431F-2104-0899-78B1CF795D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Organisations</a:t>
            </a:r>
            <a:r>
              <a:rPr lang="en-US" dirty="0"/>
              <a:t> handle thousands of documents daily, such as:</a:t>
            </a:r>
          </a:p>
          <a:p>
            <a:pPr lvl="1"/>
            <a:r>
              <a:rPr lang="en-US" dirty="0"/>
              <a:t>Invoices </a:t>
            </a:r>
          </a:p>
          <a:p>
            <a:pPr lvl="1"/>
            <a:r>
              <a:rPr lang="en-US" dirty="0"/>
              <a:t>Resumes </a:t>
            </a:r>
          </a:p>
          <a:p>
            <a:pPr lvl="1"/>
            <a:r>
              <a:rPr lang="en-US" dirty="0"/>
              <a:t>ID Cards </a:t>
            </a:r>
          </a:p>
          <a:p>
            <a:pPr lvl="1"/>
            <a:r>
              <a:rPr lang="en-US" dirty="0"/>
              <a:t>Reports</a:t>
            </a:r>
          </a:p>
          <a:p>
            <a:pPr marL="0" indent="0">
              <a:buNone/>
            </a:pPr>
            <a:r>
              <a:rPr lang="en-US" b="1" dirty="0"/>
              <a:t>Solution</a:t>
            </a:r>
          </a:p>
          <a:p>
            <a:pPr lvl="1"/>
            <a:r>
              <a:rPr lang="en-US" dirty="0"/>
              <a:t>Develop an Intelligent Document Processing System that automatically extracts structured information from unstructured documents using OCR and NLP techniques.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204232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F06CB-AF5F-2F97-18C5-F7A97DB4F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Project Objectives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2CB3E6-505E-EEEA-9843-A5D91357EA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280" y="1509741"/>
            <a:ext cx="1211072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	1. Automate Document Processing: </a:t>
            </a:r>
            <a:r>
              <a:rPr lang="en-US" sz="2400" dirty="0"/>
              <a:t>Extract information without manual intervention.</a:t>
            </a:r>
          </a:p>
          <a:p>
            <a:pPr lvl="3"/>
            <a:endParaRPr lang="en-US" sz="1600" dirty="0"/>
          </a:p>
          <a:p>
            <a:pPr marL="0" indent="0">
              <a:buNone/>
            </a:pPr>
            <a:r>
              <a:rPr lang="en-US" sz="2400" b="1" dirty="0"/>
              <a:t>	2. Support Multiple Document Types: </a:t>
            </a:r>
            <a:r>
              <a:rPr lang="en-US" sz="2400" dirty="0"/>
              <a:t>Invoice, Resume, ID Card </a:t>
            </a:r>
          </a:p>
          <a:p>
            <a:pPr lvl="3"/>
            <a:endParaRPr lang="en-US" sz="1600" dirty="0"/>
          </a:p>
          <a:p>
            <a:pPr marL="0" indent="0">
              <a:buNone/>
            </a:pPr>
            <a:r>
              <a:rPr lang="en-US" sz="2400" b="1" dirty="0"/>
              <a:t>	3. Convert Unstructured Data: </a:t>
            </a:r>
            <a:r>
              <a:rPr lang="en-US" sz="2400" dirty="0"/>
              <a:t>Transform scanned documents into structured JSON.</a:t>
            </a:r>
          </a:p>
          <a:p>
            <a:pPr lvl="3"/>
            <a:endParaRPr lang="en-US" sz="1600" dirty="0"/>
          </a:p>
          <a:p>
            <a:pPr marL="0" indent="0">
              <a:buNone/>
            </a:pPr>
            <a:r>
              <a:rPr lang="en-US" sz="2400" b="1" dirty="0"/>
              <a:t>	4. Improve Efficiency: </a:t>
            </a:r>
            <a:r>
              <a:rPr lang="en-US" sz="2400" dirty="0"/>
              <a:t>Reduce processing time and human effort.</a:t>
            </a:r>
          </a:p>
          <a:p>
            <a:pPr lvl="3"/>
            <a:endParaRPr lang="en-US" sz="1600" dirty="0"/>
          </a:p>
          <a:p>
            <a:pPr marL="0" indent="0">
              <a:buNone/>
            </a:pPr>
            <a:r>
              <a:rPr lang="en-US" sz="2400" b="1" dirty="0"/>
              <a:t>	5. Provide Analytics: </a:t>
            </a:r>
            <a:r>
              <a:rPr lang="en-US" sz="2400" dirty="0"/>
              <a:t>Generate insights from processed documents.</a:t>
            </a:r>
          </a:p>
          <a:p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6308658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F3006-D759-277B-3A75-E67593A47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IN" dirty="0"/>
              <a:t>Technology Stack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B5F6B07-D518-8F94-443F-D5E301BE66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9961399"/>
              </p:ext>
            </p:extLst>
          </p:nvPr>
        </p:nvGraphicFramePr>
        <p:xfrm>
          <a:off x="2032000" y="1325563"/>
          <a:ext cx="8128000" cy="3703320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083959386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2913890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/>
                        <a:t>Layer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/>
                        <a:t>Technology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57939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/>
                        <a:t>Frontend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IN" b="0" dirty="0" err="1"/>
                        <a:t>Streamlit</a:t>
                      </a:r>
                      <a:endParaRPr lang="en-IN" b="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163624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IN" b="1" dirty="0"/>
                        <a:t>Backend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b="0" dirty="0"/>
                        <a:t>Python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8260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OCR Engine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b="0" dirty="0" err="1"/>
                        <a:t>PaddleOCR</a:t>
                      </a:r>
                      <a:endParaRPr lang="en-IN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7278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NLP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b="0" dirty="0" err="1"/>
                        <a:t>spaCy</a:t>
                      </a:r>
                      <a:r>
                        <a:rPr lang="en-IN" b="0" dirty="0"/>
                        <a:t> + Regex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17857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Data Processing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b="0" dirty="0"/>
                        <a:t>Pandas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63346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Database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b="0" dirty="0"/>
                        <a:t>PostgreSQL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9949964"/>
                  </a:ext>
                </a:extLst>
              </a:tr>
              <a:tr h="301422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Visualization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b="0" dirty="0"/>
                        <a:t>Plotly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32504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Export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b="0" dirty="0"/>
                        <a:t>CSV, Excel, 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54339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b="1" dirty="0"/>
                        <a:t>Version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IN" b="0" dirty="0" err="1"/>
                        <a:t>Github</a:t>
                      </a:r>
                      <a:endParaRPr lang="en-IN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96054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30834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F8FBDB-C92E-2CE5-930F-6CA6D73CB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System Architecture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E31DC0-B3A0-9518-D6B2-8406E989CE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7483" y="133003"/>
            <a:ext cx="4394662" cy="6591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80122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CB461-4CA0-7B47-785F-652561FC2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Project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5A01D4-013B-1733-8274-368A9C09B0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dirty="0"/>
              <a:t>OCR Module: </a:t>
            </a:r>
            <a:r>
              <a:rPr lang="en-IN" dirty="0"/>
              <a:t>Responsible for text extraction.</a:t>
            </a:r>
          </a:p>
          <a:p>
            <a:r>
              <a:rPr lang="en-IN" b="1" dirty="0"/>
              <a:t>Classification Module: </a:t>
            </a:r>
            <a:r>
              <a:rPr lang="en-IN" dirty="0"/>
              <a:t>Identifies document type.</a:t>
            </a:r>
          </a:p>
          <a:p>
            <a:r>
              <a:rPr lang="en-IN" b="1" dirty="0"/>
              <a:t>NLP Module: </a:t>
            </a:r>
            <a:r>
              <a:rPr lang="en-IN" dirty="0"/>
              <a:t>Extracts important entities.</a:t>
            </a:r>
          </a:p>
          <a:p>
            <a:r>
              <a:rPr lang="en-IN" b="1" dirty="0"/>
              <a:t>Layout Analysis Module: </a:t>
            </a:r>
            <a:r>
              <a:rPr lang="en-IN" dirty="0"/>
              <a:t>Understands document structure.</a:t>
            </a:r>
          </a:p>
          <a:p>
            <a:r>
              <a:rPr lang="en-IN" b="1" dirty="0"/>
              <a:t>Parser Module: </a:t>
            </a:r>
            <a:r>
              <a:rPr lang="en-IN" dirty="0"/>
              <a:t>Creates document-specific outputs.</a:t>
            </a:r>
          </a:p>
          <a:p>
            <a:r>
              <a:rPr lang="en-IN" b="1" dirty="0"/>
              <a:t>Export Module: </a:t>
            </a:r>
            <a:r>
              <a:rPr lang="en-IN" dirty="0"/>
              <a:t>Generates downloadable files.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597403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A0A17-EF20-4854-6170-3DC201200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OCR Processing (</a:t>
            </a:r>
            <a:r>
              <a:rPr lang="en-IN" b="1" dirty="0" err="1"/>
              <a:t>PaddleOCR</a:t>
            </a:r>
            <a:r>
              <a:rPr lang="en-IN" b="1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2144F1-7074-875A-0803-EE2937A8F4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b="1" dirty="0"/>
              <a:t>Input Formats: </a:t>
            </a:r>
            <a:r>
              <a:rPr lang="en-IN" dirty="0"/>
              <a:t>PDF, PNG, JPG, JPEG</a:t>
            </a:r>
          </a:p>
          <a:p>
            <a:r>
              <a:rPr lang="en-IN" dirty="0"/>
              <a:t>OCR Workflow: </a:t>
            </a:r>
          </a:p>
          <a:p>
            <a:pPr marL="1828800" lvl="4" indent="0">
              <a:buNone/>
            </a:pPr>
            <a:r>
              <a:rPr lang="en-IN" sz="2200" dirty="0"/>
              <a:t>Document</a:t>
            </a:r>
          </a:p>
          <a:p>
            <a:pPr marL="1828800" lvl="4" indent="0">
              <a:buNone/>
            </a:pPr>
            <a:r>
              <a:rPr lang="en-IN" sz="2200" dirty="0"/>
              <a:t>        ↓</a:t>
            </a:r>
          </a:p>
          <a:p>
            <a:pPr marL="1828800" lvl="4" indent="0">
              <a:buNone/>
            </a:pPr>
            <a:r>
              <a:rPr lang="en-IN" sz="2200" dirty="0"/>
              <a:t>Image Processing</a:t>
            </a:r>
          </a:p>
          <a:p>
            <a:pPr marL="1828800" lvl="4" indent="0">
              <a:buNone/>
            </a:pPr>
            <a:r>
              <a:rPr lang="en-IN" sz="2200" dirty="0"/>
              <a:t>        ↓</a:t>
            </a:r>
          </a:p>
          <a:p>
            <a:pPr marL="1828800" lvl="4" indent="0">
              <a:buNone/>
            </a:pPr>
            <a:r>
              <a:rPr lang="en-IN" sz="2200" dirty="0" err="1"/>
              <a:t>PaddleOCR</a:t>
            </a:r>
            <a:endParaRPr lang="en-IN" sz="2200" dirty="0"/>
          </a:p>
          <a:p>
            <a:pPr marL="1828800" lvl="4" indent="0">
              <a:buNone/>
            </a:pPr>
            <a:r>
              <a:rPr lang="en-IN" sz="2200" dirty="0"/>
              <a:t>        ↓</a:t>
            </a:r>
          </a:p>
          <a:p>
            <a:pPr marL="1828800" lvl="4" indent="0">
              <a:buNone/>
            </a:pPr>
            <a:r>
              <a:rPr lang="en-IN" sz="2200" dirty="0"/>
              <a:t>Raw Text</a:t>
            </a:r>
          </a:p>
          <a:p>
            <a:r>
              <a:rPr lang="en-IN" b="1" dirty="0"/>
              <a:t>Output Example</a:t>
            </a:r>
          </a:p>
          <a:p>
            <a:pPr lvl="2"/>
            <a:r>
              <a:rPr lang="en-US" dirty="0"/>
              <a:t>Invoice Number: INV-1001</a:t>
            </a:r>
          </a:p>
          <a:p>
            <a:pPr lvl="2"/>
            <a:r>
              <a:rPr lang="en-US" dirty="0"/>
              <a:t>Date: 12/05/2026</a:t>
            </a:r>
          </a:p>
          <a:p>
            <a:pPr lvl="2"/>
            <a:r>
              <a:rPr lang="en-US" dirty="0"/>
              <a:t>Amount: ₹25,000</a:t>
            </a:r>
            <a:endParaRPr lang="en-IN" dirty="0"/>
          </a:p>
          <a:p>
            <a:pPr marL="1828800" lvl="4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929172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269F8-607D-5B28-21C4-5E6768A15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NLP Processing&amp; Entity Extraction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666E3-50C1-FFDB-B926-70A8088C234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b="1" dirty="0"/>
              <a:t>Technologies: </a:t>
            </a:r>
            <a:r>
              <a:rPr lang="en-IN" dirty="0" err="1"/>
              <a:t>spaCy</a:t>
            </a:r>
            <a:r>
              <a:rPr lang="en-IN" dirty="0"/>
              <a:t>, Regex </a:t>
            </a:r>
          </a:p>
          <a:p>
            <a:pPr marL="0" indent="0">
              <a:buNone/>
            </a:pPr>
            <a:r>
              <a:rPr lang="en-IN" b="1" dirty="0"/>
              <a:t>Hybrid Entity Extraction</a:t>
            </a:r>
          </a:p>
          <a:p>
            <a:pPr marL="914400" lvl="2" indent="0">
              <a:buNone/>
            </a:pPr>
            <a:r>
              <a:rPr lang="en-IN" b="1" dirty="0"/>
              <a:t>OCR Text</a:t>
            </a:r>
          </a:p>
          <a:p>
            <a:pPr marL="914400" lvl="2" indent="0">
              <a:buNone/>
            </a:pPr>
            <a:r>
              <a:rPr lang="en-IN" b="1" dirty="0"/>
              <a:t>   ↓</a:t>
            </a:r>
          </a:p>
          <a:p>
            <a:pPr marL="914400" lvl="2" indent="0">
              <a:buNone/>
            </a:pPr>
            <a:r>
              <a:rPr lang="en-IN" b="1" dirty="0" err="1"/>
              <a:t>spaCy</a:t>
            </a:r>
            <a:r>
              <a:rPr lang="en-IN" b="1" dirty="0"/>
              <a:t> NER</a:t>
            </a:r>
          </a:p>
          <a:p>
            <a:pPr marL="914400" lvl="2" indent="0">
              <a:buNone/>
            </a:pPr>
            <a:r>
              <a:rPr lang="en-IN" b="1" dirty="0"/>
              <a:t>   ↓</a:t>
            </a:r>
          </a:p>
          <a:p>
            <a:pPr marL="914400" lvl="2" indent="0">
              <a:buNone/>
            </a:pPr>
            <a:r>
              <a:rPr lang="en-IN" b="1" dirty="0"/>
              <a:t>Regex Extraction</a:t>
            </a:r>
          </a:p>
          <a:p>
            <a:pPr marL="914400" lvl="2" indent="0">
              <a:buNone/>
            </a:pPr>
            <a:r>
              <a:rPr lang="en-IN" b="1" dirty="0"/>
              <a:t>   ↓</a:t>
            </a:r>
          </a:p>
          <a:p>
            <a:pPr marL="914400" lvl="2" indent="0">
              <a:buNone/>
            </a:pPr>
            <a:r>
              <a:rPr lang="en-IN" b="1" dirty="0"/>
              <a:t>Entity Fusion</a:t>
            </a:r>
          </a:p>
          <a:p>
            <a:pPr marL="914400" lvl="2" indent="0">
              <a:buNone/>
            </a:pPr>
            <a:r>
              <a:rPr lang="en-IN" b="1" dirty="0"/>
              <a:t>   ↓</a:t>
            </a:r>
          </a:p>
          <a:p>
            <a:pPr marL="914400" lvl="2" indent="0">
              <a:buNone/>
            </a:pPr>
            <a:r>
              <a:rPr lang="en-IN" b="1" dirty="0"/>
              <a:t>Final Output</a:t>
            </a:r>
          </a:p>
          <a:p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5FAD92-4CE4-0677-519B-1503A61807E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Extracted Entities</a:t>
            </a:r>
          </a:p>
          <a:p>
            <a:pPr lvl="1"/>
            <a:r>
              <a:rPr lang="en-US" dirty="0"/>
              <a:t>Name </a:t>
            </a:r>
          </a:p>
          <a:p>
            <a:pPr lvl="1"/>
            <a:r>
              <a:rPr lang="en-US" dirty="0"/>
              <a:t>Email </a:t>
            </a:r>
          </a:p>
          <a:p>
            <a:pPr lvl="1"/>
            <a:r>
              <a:rPr lang="en-US" dirty="0"/>
              <a:t>Phone </a:t>
            </a:r>
          </a:p>
          <a:p>
            <a:pPr lvl="1"/>
            <a:r>
              <a:rPr lang="en-US" dirty="0"/>
              <a:t>Address </a:t>
            </a:r>
          </a:p>
          <a:p>
            <a:pPr lvl="1"/>
            <a:r>
              <a:rPr lang="en-US" dirty="0"/>
              <a:t>Date </a:t>
            </a:r>
          </a:p>
          <a:p>
            <a:pPr lvl="1"/>
            <a:r>
              <a:rPr lang="en-US" dirty="0"/>
              <a:t>Amount </a:t>
            </a:r>
          </a:p>
          <a:p>
            <a:pPr lvl="1"/>
            <a:r>
              <a:rPr lang="en-US" dirty="0"/>
              <a:t>GST Number </a:t>
            </a:r>
          </a:p>
          <a:p>
            <a:pPr lvl="1"/>
            <a:r>
              <a:rPr lang="en-US" dirty="0"/>
              <a:t>Aadhaar Number </a:t>
            </a:r>
          </a:p>
          <a:p>
            <a:pPr lvl="1"/>
            <a:r>
              <a:rPr lang="en-US" dirty="0"/>
              <a:t>PAN Number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562233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696FB-2D76-09AD-CEA6-8B2ACB7C83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Structured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8B2810-4D6C-778C-4456-8B8F64F1A87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/>
              <a:t>JSON Output Example</a:t>
            </a:r>
          </a:p>
          <a:p>
            <a:pPr marL="457200" lvl="1" indent="0">
              <a:buNone/>
            </a:pPr>
            <a:r>
              <a:rPr lang="en-US" dirty="0"/>
              <a:t>{</a:t>
            </a:r>
          </a:p>
          <a:p>
            <a:pPr marL="457200" lvl="1" indent="0">
              <a:buNone/>
            </a:pPr>
            <a:r>
              <a:rPr lang="en-US" dirty="0"/>
              <a:t>  "</a:t>
            </a:r>
            <a:r>
              <a:rPr lang="en-US" dirty="0" err="1"/>
              <a:t>document_type</a:t>
            </a:r>
            <a:r>
              <a:rPr lang="en-US" dirty="0"/>
              <a:t>": "invoice",</a:t>
            </a:r>
          </a:p>
          <a:p>
            <a:pPr marL="457200" lvl="1" indent="0">
              <a:buNone/>
            </a:pPr>
            <a:r>
              <a:rPr lang="en-US" dirty="0"/>
              <a:t>  "</a:t>
            </a:r>
            <a:r>
              <a:rPr lang="en-US" dirty="0" err="1"/>
              <a:t>invoice_number</a:t>
            </a:r>
            <a:r>
              <a:rPr lang="en-US" dirty="0"/>
              <a:t>": "INV1001",</a:t>
            </a:r>
          </a:p>
          <a:p>
            <a:pPr marL="457200" lvl="1" indent="0">
              <a:buNone/>
            </a:pPr>
            <a:r>
              <a:rPr lang="en-US" dirty="0"/>
              <a:t>  "vendor": "ABC Pvt Ltd",</a:t>
            </a:r>
          </a:p>
          <a:p>
            <a:pPr marL="457200" lvl="1" indent="0">
              <a:buNone/>
            </a:pPr>
            <a:r>
              <a:rPr lang="en-US" dirty="0"/>
              <a:t>  "date": "12-05-2026",</a:t>
            </a:r>
          </a:p>
          <a:p>
            <a:pPr marL="457200" lvl="1" indent="0">
              <a:buNone/>
            </a:pPr>
            <a:r>
              <a:rPr lang="en-US" dirty="0"/>
              <a:t>  "amount": "25000"</a:t>
            </a:r>
          </a:p>
          <a:p>
            <a:pPr marL="457200" lvl="1" indent="0">
              <a:buNone/>
            </a:pPr>
            <a:r>
              <a:rPr lang="en-US" dirty="0"/>
              <a:t>}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26273A-D0F3-5742-51C0-5A123126141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Benefits</a:t>
            </a:r>
          </a:p>
          <a:p>
            <a:pPr marL="457200" lvl="1" indent="0">
              <a:buNone/>
            </a:pPr>
            <a:r>
              <a:rPr lang="en-IN" dirty="0"/>
              <a:t>✔ Easy integration</a:t>
            </a:r>
          </a:p>
          <a:p>
            <a:pPr marL="457200" lvl="1" indent="0">
              <a:buNone/>
            </a:pPr>
            <a:r>
              <a:rPr lang="en-IN" dirty="0"/>
              <a:t>✔ ERP compatibility</a:t>
            </a:r>
          </a:p>
          <a:p>
            <a:pPr marL="457200" lvl="1" indent="0">
              <a:buNone/>
            </a:pPr>
            <a:r>
              <a:rPr lang="en-IN" dirty="0"/>
              <a:t>✔ Machine-readable format</a:t>
            </a:r>
          </a:p>
          <a:p>
            <a:pPr marL="457200" lvl="1" indent="0">
              <a:buNone/>
            </a:pPr>
            <a:r>
              <a:rPr lang="en-IN" dirty="0"/>
              <a:t>✔ Faster processing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76381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341</Words>
  <Application>Microsoft Office PowerPoint</Application>
  <PresentationFormat>Widescreen</PresentationFormat>
  <Paragraphs>99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INTELLIGENT DOCUMENT PROCESSING SYSTEM</vt:lpstr>
      <vt:lpstr>Problem Statement</vt:lpstr>
      <vt:lpstr>Project Objectives</vt:lpstr>
      <vt:lpstr>Technology Stack</vt:lpstr>
      <vt:lpstr>System Architecture</vt:lpstr>
      <vt:lpstr>Project Modules</vt:lpstr>
      <vt:lpstr>OCR Processing (PaddleOCR)</vt:lpstr>
      <vt:lpstr>NLP Processing&amp; Entity Extraction</vt:lpstr>
      <vt:lpstr>Structured Output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Dev Prasath</dc:creator>
  <cp:lastModifiedBy>Dev Prasath</cp:lastModifiedBy>
  <cp:revision>1</cp:revision>
  <dcterms:created xsi:type="dcterms:W3CDTF">2026-05-29T17:38:00Z</dcterms:created>
  <dcterms:modified xsi:type="dcterms:W3CDTF">2026-05-29T17:55:55Z</dcterms:modified>
</cp:coreProperties>
</file>